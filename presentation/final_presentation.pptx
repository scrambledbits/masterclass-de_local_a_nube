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717"/>
  </p:normalViewPr>
  <p:slideViewPr>
    <p:cSldViewPr snapToGrid="0" snapToObjects="1">
      <p:cViewPr varScale="1">
        <p:scale>
          <a:sx n="132" d="100"/>
          <a:sy n="132" d="100"/>
        </p:scale>
        <p:origin x="1600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965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[PORTADA - 30s]</a:t>
            </a:r>
          </a:p>
          <a:p>
            <a:r>
              <a:rPr dirty="0" err="1"/>
              <a:t>Bienvenidos</a:t>
            </a:r>
            <a:r>
              <a:rPr dirty="0"/>
              <a:t>. Hoy </a:t>
            </a:r>
            <a:r>
              <a:rPr dirty="0" err="1"/>
              <a:t>recorremos</a:t>
            </a:r>
            <a:r>
              <a:rPr dirty="0"/>
              <a:t> el camino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separa</a:t>
            </a:r>
            <a:r>
              <a:rPr dirty="0"/>
              <a:t> '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mi </a:t>
            </a:r>
            <a:r>
              <a:rPr dirty="0" err="1"/>
              <a:t>computadora</a:t>
            </a:r>
            <a:r>
              <a:rPr dirty="0"/>
              <a:t>' de '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produccion</a:t>
            </a:r>
            <a:r>
              <a:rPr dirty="0"/>
              <a:t>'.</a:t>
            </a:r>
          </a:p>
          <a:p>
            <a:r>
              <a:rPr dirty="0"/>
              <a:t>No </a:t>
            </a:r>
            <a:r>
              <a:rPr dirty="0" err="1"/>
              <a:t>teoria</a:t>
            </a:r>
            <a:r>
              <a:rPr dirty="0"/>
              <a:t>. Demo real. </a:t>
            </a:r>
            <a:r>
              <a:rPr dirty="0" err="1"/>
              <a:t>Codigo</a:t>
            </a:r>
            <a:r>
              <a:rPr dirty="0"/>
              <a:t> real. Cloud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DOLOR - 3 min]</a:t>
            </a:r>
          </a:p>
          <a:p>
            <a:r>
              <a:rPr dirty="0" err="1"/>
              <a:t>Preguntar</a:t>
            </a:r>
            <a:r>
              <a:rPr dirty="0"/>
              <a:t> a la audiencia: </a:t>
            </a:r>
            <a:r>
              <a:rPr dirty="0" err="1"/>
              <a:t>cuantos</a:t>
            </a:r>
            <a:r>
              <a:rPr dirty="0"/>
              <a:t> </a:t>
            </a:r>
            <a:r>
              <a:rPr dirty="0" err="1"/>
              <a:t>han</a:t>
            </a:r>
            <a:r>
              <a:rPr dirty="0"/>
              <a:t> </a:t>
            </a:r>
            <a:r>
              <a:rPr dirty="0" err="1"/>
              <a:t>desplegado</a:t>
            </a:r>
            <a:r>
              <a:rPr dirty="0"/>
              <a:t> via FTP o SSH manual?</a:t>
            </a:r>
          </a:p>
          <a:p>
            <a:r>
              <a:rPr dirty="0"/>
              <a:t>El dolor es el punto de </a:t>
            </a:r>
            <a:r>
              <a:rPr dirty="0" err="1"/>
              <a:t>partida</a:t>
            </a:r>
            <a:r>
              <a:rPr dirty="0"/>
              <a:t>. Sin dolor no hay </a:t>
            </a:r>
            <a:r>
              <a:rPr dirty="0" err="1"/>
              <a:t>motivacion</a:t>
            </a:r>
            <a:r>
              <a:rPr dirty="0"/>
              <a:t> para </a:t>
            </a:r>
            <a:r>
              <a:rPr dirty="0" err="1"/>
              <a:t>automatizar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[LA PROMESA - 2 min]</a:t>
            </a:r>
          </a:p>
          <a:p>
            <a:r>
              <a:rPr dirty="0"/>
              <a:t>Este es el antes y el </a:t>
            </a:r>
            <a:r>
              <a:rPr dirty="0" err="1"/>
              <a:t>despues</a:t>
            </a:r>
            <a:r>
              <a:rPr dirty="0"/>
              <a:t>. No es </a:t>
            </a:r>
            <a:r>
              <a:rPr dirty="0" err="1"/>
              <a:t>magia</a:t>
            </a:r>
            <a:r>
              <a:rPr dirty="0"/>
              <a:t>: es </a:t>
            </a:r>
            <a:r>
              <a:rPr dirty="0" err="1"/>
              <a:t>automatizacion</a:t>
            </a:r>
            <a:r>
              <a:rPr dirty="0"/>
              <a:t> </a:t>
            </a:r>
            <a:r>
              <a:rPr dirty="0" err="1"/>
              <a:t>disciplinada</a:t>
            </a:r>
            <a:r>
              <a:rPr dirty="0"/>
              <a:t>.</a:t>
            </a:r>
          </a:p>
          <a:p>
            <a:r>
              <a:rPr dirty="0"/>
              <a:t>El pipeline es el nuevo '</a:t>
            </a:r>
            <a:r>
              <a:rPr dirty="0" err="1"/>
              <a:t>experto</a:t>
            </a:r>
            <a:r>
              <a:rPr dirty="0"/>
              <a:t>': no se </a:t>
            </a:r>
            <a:r>
              <a:rPr dirty="0" err="1"/>
              <a:t>enferma</a:t>
            </a:r>
            <a:r>
              <a:rPr dirty="0"/>
              <a:t>, no se </a:t>
            </a:r>
            <a:r>
              <a:rPr dirty="0" err="1"/>
              <a:t>equivoca</a:t>
            </a:r>
            <a:r>
              <a:rPr dirty="0"/>
              <a:t>, </a:t>
            </a:r>
            <a:r>
              <a:rPr dirty="0" err="1"/>
              <a:t>trabaja</a:t>
            </a:r>
            <a:r>
              <a:rPr dirty="0"/>
              <a:t> a las 3am.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[LA BRECHA - 3 min]</a:t>
            </a:r>
          </a:p>
          <a:p>
            <a:r>
              <a:rPr dirty="0"/>
              <a:t>Mostrar la app </a:t>
            </a:r>
            <a:r>
              <a:rPr dirty="0" err="1"/>
              <a:t>corriendo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localhost.</a:t>
            </a:r>
          </a:p>
          <a:p>
            <a:r>
              <a:rPr dirty="0" err="1"/>
              <a:t>Preguntar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app </a:t>
            </a:r>
            <a:r>
              <a:rPr dirty="0" err="1"/>
              <a:t>ahora</a:t>
            </a:r>
            <a:r>
              <a:rPr dirty="0"/>
              <a:t> </a:t>
            </a:r>
            <a:r>
              <a:rPr dirty="0" err="1"/>
              <a:t>mismo</a:t>
            </a:r>
            <a:r>
              <a:rPr dirty="0"/>
              <a:t>? Solo </a:t>
            </a:r>
            <a:r>
              <a:rPr dirty="0" err="1"/>
              <a:t>yo</a:t>
            </a:r>
            <a:r>
              <a:rPr dirty="0"/>
              <a:t>.</a:t>
            </a:r>
          </a:p>
          <a:p>
            <a:r>
              <a:rPr dirty="0"/>
              <a:t>El </a:t>
            </a:r>
            <a:r>
              <a:rPr dirty="0" err="1"/>
              <a:t>abismo</a:t>
            </a:r>
            <a:r>
              <a:rPr dirty="0"/>
              <a:t> entre localhost y </a:t>
            </a:r>
            <a:r>
              <a:rPr dirty="0" err="1"/>
              <a:t>produccion</a:t>
            </a:r>
            <a:r>
              <a:rPr dirty="0"/>
              <a:t> es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vamos</a:t>
            </a:r>
            <a:r>
              <a:rPr dirty="0"/>
              <a:t> a </a:t>
            </a:r>
            <a:r>
              <a:rPr dirty="0" err="1"/>
              <a:t>cruzar</a:t>
            </a:r>
            <a:r>
              <a:rPr dirty="0"/>
              <a:t>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[TERRAFORM - 5 min]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backend.tf</a:t>
            </a:r>
            <a:r>
              <a:rPr dirty="0"/>
              <a:t>: el </a:t>
            </a:r>
            <a:r>
              <a:rPr dirty="0" err="1"/>
              <a:t>estado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S3 es la clave. Sin </a:t>
            </a:r>
            <a:r>
              <a:rPr dirty="0" err="1"/>
              <a:t>esto</a:t>
            </a:r>
            <a:r>
              <a:rPr dirty="0"/>
              <a:t>, el </a:t>
            </a:r>
            <a:r>
              <a:rPr dirty="0" err="1"/>
              <a:t>estado</a:t>
            </a:r>
            <a:r>
              <a:rPr dirty="0"/>
              <a:t> local es un punto de </a:t>
            </a:r>
            <a:r>
              <a:rPr dirty="0" err="1"/>
              <a:t>falla</a:t>
            </a:r>
            <a:r>
              <a:rPr dirty="0"/>
              <a:t>.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security.tf</a:t>
            </a:r>
            <a:r>
              <a:rPr dirty="0"/>
              <a:t>: el backend SG solo </a:t>
            </a:r>
            <a:r>
              <a:rPr dirty="0" err="1"/>
              <a:t>acepta</a:t>
            </a:r>
            <a:r>
              <a:rPr dirty="0"/>
              <a:t> </a:t>
            </a:r>
            <a:r>
              <a:rPr dirty="0" err="1"/>
              <a:t>trafico</a:t>
            </a:r>
            <a:r>
              <a:rPr dirty="0"/>
              <a:t> del frontend SG.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[GITHUB ACTIONS - 5 min]</a:t>
            </a:r>
          </a:p>
          <a:p>
            <a:r>
              <a:rPr dirty="0" err="1"/>
              <a:t>Mostrar</a:t>
            </a:r>
            <a:r>
              <a:rPr dirty="0"/>
              <a:t> el </a:t>
            </a:r>
            <a:r>
              <a:rPr dirty="0" err="1"/>
              <a:t>archivo</a:t>
            </a:r>
            <a:r>
              <a:rPr dirty="0"/>
              <a:t> </a:t>
            </a:r>
            <a:r>
              <a:rPr dirty="0" err="1"/>
              <a:t>pipeline.yml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repo.</a:t>
            </a:r>
          </a:p>
          <a:p>
            <a:r>
              <a:rPr dirty="0"/>
              <a:t>El 'needs: [infra]' </a:t>
            </a:r>
            <a:r>
              <a:rPr dirty="0" err="1"/>
              <a:t>garantiza</a:t>
            </a:r>
            <a:r>
              <a:rPr dirty="0"/>
              <a:t> la </a:t>
            </a:r>
            <a:r>
              <a:rPr dirty="0" err="1"/>
              <a:t>secuencia</a:t>
            </a:r>
            <a:r>
              <a:rPr dirty="0"/>
              <a:t>. Job 2 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empezar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Job 1 </a:t>
            </a:r>
            <a:r>
              <a:rPr dirty="0" err="1"/>
              <a:t>fallo</a:t>
            </a:r>
            <a:r>
              <a:rPr dirty="0"/>
              <a:t>.</a:t>
            </a:r>
          </a:p>
          <a:p>
            <a:r>
              <a:rPr dirty="0"/>
              <a:t>Cada paso </a:t>
            </a:r>
            <a:r>
              <a:rPr dirty="0" err="1"/>
              <a:t>verde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garantia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TRIUNFO - 5 min]</a:t>
            </a:r>
          </a:p>
          <a:p>
            <a:r>
              <a:rPr dirty="0" err="1"/>
              <a:t>Abrir</a:t>
            </a:r>
            <a:r>
              <a:rPr dirty="0"/>
              <a:t> el </a:t>
            </a:r>
            <a:r>
              <a:rPr dirty="0" err="1"/>
              <a:t>navegador</a:t>
            </a:r>
            <a:r>
              <a:rPr dirty="0"/>
              <a:t> con la IP del frontend.</a:t>
            </a:r>
          </a:p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IP del backend no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el </a:t>
            </a:r>
            <a:r>
              <a:rPr dirty="0" err="1"/>
              <a:t>navegador</a:t>
            </a:r>
            <a:r>
              <a:rPr dirty="0"/>
              <a:t> (sin IP publica).</a:t>
            </a:r>
          </a:p>
          <a:p>
            <a:r>
              <a:rPr dirty="0"/>
              <a:t>Solo Nginx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</a:t>
            </a:r>
            <a:r>
              <a:rPr dirty="0" err="1"/>
              <a:t>puerto</a:t>
            </a:r>
            <a:r>
              <a:rPr dirty="0"/>
              <a:t>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[EL PUENTE - 3 min]</a:t>
            </a:r>
          </a:p>
          <a:p>
            <a:r>
              <a:rPr dirty="0"/>
              <a:t>Los </a:t>
            </a:r>
            <a:r>
              <a:rPr dirty="0" err="1"/>
              <a:t>fundamentos</a:t>
            </a:r>
            <a:r>
              <a:rPr dirty="0"/>
              <a:t> no </a:t>
            </a:r>
            <a:r>
              <a:rPr dirty="0" err="1"/>
              <a:t>cambian</a:t>
            </a:r>
            <a:r>
              <a:rPr dirty="0"/>
              <a:t>: un git push </a:t>
            </a:r>
            <a:r>
              <a:rPr dirty="0" err="1"/>
              <a:t>sigue</a:t>
            </a:r>
            <a:r>
              <a:rPr dirty="0"/>
              <a:t> </a:t>
            </a:r>
            <a:r>
              <a:rPr dirty="0" err="1"/>
              <a:t>siendo</a:t>
            </a:r>
            <a:r>
              <a:rPr dirty="0"/>
              <a:t> el </a:t>
            </a:r>
            <a:r>
              <a:rPr dirty="0" err="1"/>
              <a:t>disparador</a:t>
            </a:r>
            <a:r>
              <a:rPr dirty="0"/>
              <a:t>.</a:t>
            </a:r>
          </a:p>
          <a:p>
            <a:r>
              <a:rPr dirty="0"/>
              <a:t>La </a:t>
            </a:r>
            <a:r>
              <a:rPr dirty="0" err="1"/>
              <a:t>diferencia</a:t>
            </a:r>
            <a:r>
              <a:rPr dirty="0"/>
              <a:t> es la </a:t>
            </a:r>
            <a:r>
              <a:rPr dirty="0" err="1"/>
              <a:t>orquestacion</a:t>
            </a:r>
            <a:r>
              <a:rPr dirty="0"/>
              <a:t> de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corre</a:t>
            </a:r>
            <a:r>
              <a:rPr dirty="0"/>
              <a:t> </a:t>
            </a:r>
            <a:r>
              <a:rPr dirty="0" err="1"/>
              <a:t>adentro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[CIERRE - 2 min]</a:t>
            </a:r>
          </a:p>
          <a:p>
            <a:r>
              <a:rPr dirty="0" err="1"/>
              <a:t>Dejar</a:t>
            </a:r>
            <a:r>
              <a:rPr dirty="0"/>
              <a:t> el repo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pantalla</a:t>
            </a:r>
            <a:r>
              <a:rPr dirty="0"/>
              <a:t>.</a:t>
            </a:r>
          </a:p>
          <a:p>
            <a:r>
              <a:rPr dirty="0"/>
              <a:t>Proxima </a:t>
            </a:r>
            <a:r>
              <a:rPr dirty="0" err="1"/>
              <a:t>sesion</a:t>
            </a:r>
            <a:r>
              <a:rPr dirty="0"/>
              <a:t>: Kubernetes y Helm Charts.</a:t>
            </a:r>
          </a:p>
          <a:p>
            <a:r>
              <a:rPr dirty="0" err="1"/>
              <a:t>Preguntas</a:t>
            </a:r>
            <a:r>
              <a:rPr dirty="0"/>
              <a:t> </a:t>
            </a:r>
            <a:r>
              <a:rPr dirty="0" err="1"/>
              <a:t>abiertas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74320"/>
            <a:ext cx="1645920" cy="1860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BOOTCAMPERU  · 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3152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Cambria"/>
              </a:rPr>
              <a:t>De Código Local a la Nube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7315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C2410C"/>
                </a:solidFill>
                <a:latin typeface="Calibri"/>
              </a:rPr>
              <a:t>CI/CD con Terraform, Ansible y GitHub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73152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0F172A"/>
                </a:solidFill>
                <a:latin typeface="Calibri"/>
              </a:rPr>
              <a:t>Emilio Castro  ·  </a:t>
            </a:r>
            <a:r>
              <a:rPr sz="1200" b="1" i="0" dirty="0" err="1">
                <a:solidFill>
                  <a:srgbClr val="0F172A"/>
                </a:solidFill>
                <a:latin typeface="Calibri"/>
              </a:rPr>
              <a:t>Ingeniero</a:t>
            </a:r>
            <a:r>
              <a:rPr sz="1200" b="1" i="0" dirty="0">
                <a:solidFill>
                  <a:srgbClr val="0F172A"/>
                </a:solidFill>
                <a:latin typeface="Calibri"/>
              </a:rPr>
              <a:t> de </a:t>
            </a:r>
            <a:r>
              <a:rPr lang="es-ES" sz="1200" b="1" i="0" dirty="0">
                <a:solidFill>
                  <a:srgbClr val="0F172A"/>
                </a:solidFill>
                <a:latin typeface="Calibri"/>
              </a:rPr>
              <a:t>DevOps</a:t>
            </a:r>
            <a:endParaRPr sz="1200" b="1" i="0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GitHub: @ScrambledBits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26364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2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ANTES  ·  EL DOLOR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59093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 dirty="0">
                <a:solidFill>
                  <a:srgbClr val="0F172A"/>
                </a:solidFill>
                <a:latin typeface="Cambria"/>
              </a:rPr>
              <a:t>¿Como </a:t>
            </a:r>
            <a:r>
              <a:rPr lang="es-ES" sz="3600" b="1" i="0" dirty="0">
                <a:solidFill>
                  <a:srgbClr val="0F172A"/>
                </a:solidFill>
                <a:latin typeface="Cambria"/>
              </a:rPr>
              <a:t>se desplegaba antes</a:t>
            </a:r>
            <a:r>
              <a:rPr sz="3600" b="1" i="0" dirty="0">
                <a:solidFill>
                  <a:srgbClr val="0F172A"/>
                </a:solidFill>
                <a:latin typeface="Cambri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FileZilla: arrastar archivos al servidor uno por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1488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SSH manual: copiar codigo, rezar que no haya conflictos de 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1296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"En mi computadora funciona." La frase que mas carreras ha terminado.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61104"/>
            <a:ext cx="105156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Un error humano el viernes a las 6 pm puede tumbar produccion entera.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1365992" cy="86868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problema central: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100023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proceso manual no escala, no es reproducible y depende de una sola persona.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3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TRANSFORMACION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Caos Manual a Robot de Despliegue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54864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73152" cy="32004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5029200" cy="2369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s-ES" sz="1300" b="1" i="0" dirty="0">
                <a:solidFill>
                  <a:srgbClr val="64748B"/>
                </a:solidFill>
                <a:latin typeface="Calibri"/>
              </a:rPr>
              <a:t>TRADICIONALMENTE</a:t>
            </a:r>
            <a:endParaRPr sz="1300" b="1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5029200" cy="2468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3 horas de despliegue manual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Pasos documentados en un correo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experto es un punto unico de falla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diferente al anterior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920240"/>
            <a:ext cx="5486400" cy="3200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91072" y="1920240"/>
            <a:ext cx="7315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5392" y="205740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CON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14600"/>
            <a:ext cx="5029200" cy="8987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git push y el </a:t>
            </a:r>
            <a:r>
              <a:rPr lang="es-ES" sz="1400" b="0" i="0" dirty="0">
                <a:solidFill>
                  <a:srgbClr val="334155"/>
                </a:solidFill>
                <a:latin typeface="Calibri"/>
              </a:rPr>
              <a:t>pipeline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hace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el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trabajo</a:t>
            </a:r>
            <a:endParaRPr sz="1400" b="0" i="0" dirty="0">
              <a:solidFill>
                <a:srgbClr val="334155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El pipeline es la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documentacion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viva</a:t>
            </a: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Cualquier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persona del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equipo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puede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deployar</a:t>
            </a:r>
            <a:endParaRPr sz="1400" b="0" i="0" dirty="0">
              <a:solidFill>
                <a:srgbClr val="334155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334155"/>
                </a:solidFill>
                <a:latin typeface="Calibri"/>
              </a:rPr>
              <a:t>  Cada deploy es </a:t>
            </a:r>
            <a:r>
              <a:rPr sz="1400" b="0" i="0" dirty="0" err="1">
                <a:solidFill>
                  <a:srgbClr val="334155"/>
                </a:solidFill>
                <a:latin typeface="Calibri"/>
              </a:rPr>
              <a:t>identico</a:t>
            </a:r>
            <a:r>
              <a:rPr sz="1400" b="0" i="0" dirty="0">
                <a:solidFill>
                  <a:srgbClr val="334155"/>
                </a:solidFill>
                <a:latin typeface="Calibri"/>
              </a:rPr>
              <a:t> al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349240"/>
            <a:ext cx="11365992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Un pipeline CI/CD es un contrato: si el codigo pasa las reglas, llega a produccion.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4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La App Corre en Localhost. ¿Y Ahora Que?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972800" cy="26776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0" dirty="0">
                <a:solidFill>
                  <a:srgbClr val="CCFBF1"/>
                </a:solidFill>
                <a:latin typeface="Consolas"/>
              </a:rPr>
              <a:t>$ </a:t>
            </a:r>
            <a:r>
              <a:rPr lang="es-ES" sz="1500" dirty="0" err="1">
                <a:solidFill>
                  <a:srgbClr val="CCFBF1"/>
                </a:solidFill>
                <a:latin typeface="Consolas"/>
              </a:rPr>
              <a:t>d</a:t>
            </a:r>
            <a:r>
              <a:rPr lang="es-ES" sz="1500" b="0" i="0" dirty="0" err="1">
                <a:solidFill>
                  <a:srgbClr val="CCFBF1"/>
                </a:solidFill>
                <a:latin typeface="Consolas"/>
              </a:rPr>
              <a:t>ocker</a:t>
            </a:r>
            <a:r>
              <a:rPr lang="es-ES" sz="1500" b="0" i="0" dirty="0">
                <a:solidFill>
                  <a:srgbClr val="CCFBF1"/>
                </a:solidFill>
                <a:latin typeface="Consolas"/>
              </a:rPr>
              <a:t> </a:t>
            </a:r>
            <a:r>
              <a:rPr lang="es-ES" sz="1500" b="0" i="0" dirty="0" err="1">
                <a:solidFill>
                  <a:srgbClr val="CCFBF1"/>
                </a:solidFill>
                <a:latin typeface="Consolas"/>
              </a:rPr>
              <a:t>compo</a:t>
            </a:r>
            <a:r>
              <a:rPr lang="es-ES" sz="1500" dirty="0" err="1">
                <a:solidFill>
                  <a:srgbClr val="CCFBF1"/>
                </a:solidFill>
                <a:latin typeface="Consolas"/>
              </a:rPr>
              <a:t>se</a:t>
            </a:r>
            <a:r>
              <a:rPr lang="es-ES" sz="1500" dirty="0">
                <a:solidFill>
                  <a:srgbClr val="CCFBF1"/>
                </a:solidFill>
                <a:latin typeface="Consolas"/>
              </a:rPr>
              <a:t> up</a:t>
            </a:r>
            <a:endParaRPr sz="1500" b="0" i="0" dirty="0">
              <a:solidFill>
                <a:srgbClr val="CCFBF1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11365992" cy="100584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91440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 i="0">
                <a:solidFill>
                  <a:srgbClr val="C2410C"/>
                </a:solidFill>
                <a:latin typeface="Cambria"/>
              </a:rPr>
              <a:t>¿Como llega este codigo al mundo real?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480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1.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En que servidor, con que red y con que firewall.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3840480"/>
            <a:ext cx="73152" cy="2148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2. Configuracion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instalar dependencias y arrancar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7031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57031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13063" y="400507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3. Automatizacion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4434840"/>
            <a:ext cx="3392424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hacer que todo pase solo con un git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5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SOLUCION  ·  INFRAESTRUCTURA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Terraform: Codigo que Construye Computadoras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777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La analogia: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1000232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 chef escribe la receta en papel y cualquier cocinero replica el plato exacto. Terraform es la receta de tu infraestructura.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Estado Remoto en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archivo tfstate vive en S3. Si muere tu computadora, la infraestructura sobrevive.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34256" y="2880360"/>
            <a:ext cx="73152" cy="27432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0288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Red Aislada (VPC)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Subred publica para Nginx. Subred privada para la app. El backend es invisible desde internet.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57031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13063" y="304495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Instancias EC2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3" y="3474720"/>
            <a:ext cx="3392424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terraform apply y AWS construye servidores y firewalls en minutos. Reproducible en cualquier cuenta.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LA SOLUCION  · 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GitHub Actions: Los "Circulos Verdes" del Exito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01  git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2140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El desarrollador hace push a main. El robot despierta automaticamente.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12724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02  Job: 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2724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Terraform init, plan y apply. La nube se construye sola en ~5 minutos.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2336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402336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3308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03  Job: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3308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Ansible configura Nginx y FastAPI via ProxyJump por el frontend.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502920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138928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04  Verificacion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38928"/>
            <a:ext cx="7863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curl confirma HTTP 200. Si falla, el pipeline se detiene. Sin ambiguedad.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7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FLUJO DEL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¿Como Llega el Codigo a Produccion?</a:t>
            </a:r>
          </a:p>
        </p:txBody>
      </p:sp>
      <p:pic>
        <p:nvPicPr>
          <p:cNvPr id="8" name="Picture 7" descr="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331720"/>
            <a:ext cx="1097280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RED INTERIOR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¿Que Construyo el Robot en AWS?</a:t>
            </a:r>
          </a:p>
        </p:txBody>
      </p:sp>
      <p:pic>
        <p:nvPicPr>
          <p:cNvPr id="8" name="Picture 7" descr="cloud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06040"/>
            <a:ext cx="10972800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9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Acceso Real: La URL Funciona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2926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956816"/>
            <a:ext cx="1114653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GET http://&lt;frontend_ip&gt;/  ·  HTTP 200 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12848"/>
            <a:ext cx="11365992" cy="217627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1091672" cy="2057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{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"mensaje": "Pipeline CI/CD exitoso!",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"flujo":   "Internet -&gt; Nginx (Puerto 80) -&gt; FastAPI (Puerto 5000)",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"estado":  "operativo"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72000"/>
            <a:ext cx="11365992" cy="105156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1000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"Aha!" moment: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1000232" cy="50291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Cambio una linea del codigo, hago git push, y el robot repite TODO el proceso de forma automatica. Eso es DevOps profesional.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10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¿QUE SIGUE?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la Casita al Rascacielos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20240"/>
            <a:ext cx="1136599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1">
                <a:solidFill>
                  <a:srgbClr val="334155"/>
                </a:solidFill>
                <a:latin typeface="Calibri"/>
              </a:rPr>
              <a:t>Hoy construimos una casita (EC2 + Nginx). La industria vive en rascacielos.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Ahora: EC2 + systemd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Una app por servidor. Control directo. Los fundamentos mas claros.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2560320"/>
            <a:ext cx="73152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0288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Siguiente: Docker +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Contenedores orquestados. Escalado horizontal. Auto-healing. El estandar de la industria.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57031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57031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13063" y="2724912"/>
            <a:ext cx="3392424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Futuro: Service Mesh + GitOps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3154679"/>
            <a:ext cx="3392424" cy="2423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Istio, ArgoCD, auto-scaling. Los mismos principios en la escala de Netflix y Airbnb.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897880"/>
            <a:ext cx="1136599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Los principios de hoy (IaC, CI/CD, aislamiento de red) son los mismos en cualquier escala.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737360" cy="1963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463040"/>
            <a:ext cx="11274552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0" i="0">
                <a:solidFill>
                  <a:srgbClr val="CCFBF1"/>
                </a:solidFill>
                <a:latin typeface="Consolas"/>
              </a:rPr>
              <a:t>github.com/ScrambledBits/masterclass-de_local_a_nube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800" b="1" i="0">
                <a:solidFill>
                  <a:srgbClr val="CCFBF1"/>
                </a:solidFill>
                <a:latin typeface="Cambria"/>
              </a:rPr>
              <a:t>"Un git push separa a los que hablan de DevOps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4552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800" b="1" i="0">
                <a:solidFill>
                  <a:srgbClr val="FED7AA"/>
                </a:solidFill>
                <a:latin typeface="Cambria"/>
              </a:rPr>
              <a:t>de los que lo practican."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Preguntas: chat en vivo o GitHub @ScrambledBits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6400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Emilio Castro  ·  Ingeniero de Plataforma  ·  @ScrambledBits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2179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1151</Words>
  <Application>Microsoft Macintosh PowerPoint</Application>
  <PresentationFormat>Widescreen</PresentationFormat>
  <Paragraphs>136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Emilio Castro</cp:lastModifiedBy>
  <cp:revision>5</cp:revision>
  <dcterms:created xsi:type="dcterms:W3CDTF">2013-01-27T09:14:16Z</dcterms:created>
  <dcterms:modified xsi:type="dcterms:W3CDTF">2026-06-26T01:51:09Z</dcterms:modified>
  <cp:category/>
</cp:coreProperties>
</file>